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75599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38120" y="684530"/>
            <a:ext cx="20828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6" b="1" sz="2400">
                <a:solidFill>
                  <a:srgbClr val="000000"/>
                </a:solidFill>
                <a:latin typeface="Roboto"/>
              </a:rPr>
              <a:t>E-PORTFOLIO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58110" y="1120140"/>
            <a:ext cx="22440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9" b="1" sz="1200">
                <a:solidFill>
                  <a:srgbClr val="000000"/>
                </a:solidFill>
                <a:latin typeface="Roboto"/>
              </a:rPr>
              <a:t>Shaikh Shafiyaa Amir Badshah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53920" y="1334770"/>
            <a:ext cx="325247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200">
                <a:solidFill>
                  <a:srgbClr val="000000"/>
                </a:solidFill>
                <a:latin typeface="Roboto"/>
              </a:rPr>
              <a:t>M.Sc. Digital Forensics and Information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16810" y="1550670"/>
            <a:ext cx="27266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sz="1200">
                <a:solidFill>
                  <a:srgbClr val="000000"/>
                </a:solidFill>
                <a:latin typeface="Roboto"/>
              </a:rPr>
              <a:t>Kristu Jayanti (Deemed to be University)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2780" y="2007870"/>
            <a:ext cx="92456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7" b="1" sz="1600">
                <a:solidFill>
                  <a:srgbClr val="000000"/>
                </a:solidFill>
                <a:latin typeface="Roboto"/>
              </a:rPr>
              <a:t>About 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780" y="2334260"/>
            <a:ext cx="562483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050">
                <a:solidFill>
                  <a:srgbClr val="000000"/>
                </a:solidFill>
                <a:latin typeface="Roboto"/>
              </a:rPr>
              <a:t>I am a motivated and enthusiastic postgraduate student pursuing M.Sc. in Digital Forensics 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780" y="2537460"/>
            <a:ext cx="575056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050">
                <a:solidFill>
                  <a:srgbClr val="000000"/>
                </a:solidFill>
                <a:latin typeface="Roboto"/>
              </a:rPr>
              <a:t>Information Security at Kristu Jayanti (Deemed to be University). I am interested in developing 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780" y="2740660"/>
            <a:ext cx="62547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050">
                <a:solidFill>
                  <a:srgbClr val="000000"/>
                </a:solidFill>
                <a:latin typeface="Roboto"/>
              </a:rPr>
              <a:t>technical knowledge and gaining practical experience in digital forensics and information security. I believe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780" y="2943860"/>
            <a:ext cx="59728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050">
                <a:solidFill>
                  <a:srgbClr val="000000"/>
                </a:solidFill>
                <a:latin typeface="Roboto"/>
              </a:rPr>
              <a:t>in continuous learning and self-improvement. I am an active listener, responsible, and organized, with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780" y="3147060"/>
            <a:ext cx="177038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" sz="1050">
                <a:solidFill>
                  <a:srgbClr val="000000"/>
                </a:solidFill>
                <a:latin typeface="Roboto"/>
              </a:rPr>
              <a:t>good time-management skills.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780" y="3519170"/>
            <a:ext cx="161417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3" b="1" sz="1600">
                <a:solidFill>
                  <a:srgbClr val="000000"/>
                </a:solidFill>
                <a:latin typeface="Roboto"/>
              </a:rPr>
              <a:t>Career 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780" y="3845560"/>
            <a:ext cx="613537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050">
                <a:solidFill>
                  <a:srgbClr val="000000"/>
                </a:solidFill>
                <a:latin typeface="Roboto"/>
              </a:rPr>
              <a:t>To build a successful career in Digital Forensics and Information Security by developing strong technical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780" y="4048760"/>
            <a:ext cx="553593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050">
                <a:solidFill>
                  <a:srgbClr val="000000"/>
                </a:solidFill>
                <a:latin typeface="Roboto"/>
              </a:rPr>
              <a:t>and analytical skills, gaining practical experience, and contributing effectively to a professional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780" y="4251960"/>
            <a:ext cx="315722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050">
                <a:solidFill>
                  <a:srgbClr val="000000"/>
                </a:solidFill>
                <a:latin typeface="Roboto"/>
              </a:rPr>
              <a:t>organization while continuously learning and growing.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780" y="4624070"/>
            <a:ext cx="981709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8" b="1" sz="1600">
                <a:solidFill>
                  <a:srgbClr val="000000"/>
                </a:solidFill>
                <a:latin typeface="Roboto"/>
              </a:rPr>
              <a:t>Education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780" y="4951730"/>
            <a:ext cx="306704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5" b="1" sz="1050">
                <a:solidFill>
                  <a:srgbClr val="000000"/>
                </a:solidFill>
                <a:latin typeface="Roboto"/>
              </a:rPr>
              <a:t>M.Sc. Digital Forensics and Information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780" y="5153660"/>
            <a:ext cx="238506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sz="1050">
                <a:solidFill>
                  <a:srgbClr val="000000"/>
                </a:solidFill>
                <a:latin typeface="Roboto"/>
              </a:rPr>
              <a:t>Kristu Jayanti (Deemed to be University)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780" y="5560060"/>
            <a:ext cx="59880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050">
                <a:solidFill>
                  <a:srgbClr val="000000"/>
                </a:solidFill>
                <a:latin typeface="Roboto"/>
              </a:rPr>
              <a:t>Currently pursuing postgraduate studies with an interest in digital forensics, cybersecurity, information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780" y="5763260"/>
            <a:ext cx="202310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050">
                <a:solidFill>
                  <a:srgbClr val="000000"/>
                </a:solidFill>
                <a:latin typeface="Roboto"/>
              </a:rPr>
              <a:t>security, and related technologies.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780" y="6135370"/>
            <a:ext cx="212217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6" b="1" sz="1600">
                <a:solidFill>
                  <a:srgbClr val="000000"/>
                </a:solidFill>
                <a:latin typeface="Roboto"/>
              </a:rPr>
              <a:t>Internship Experience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780" y="6463030"/>
            <a:ext cx="185165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6" b="1" sz="1050">
                <a:solidFill>
                  <a:srgbClr val="000000"/>
                </a:solidFill>
                <a:latin typeface="Roboto"/>
              </a:rPr>
              <a:t>Internship at DFSL, Madiwala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780" y="6868159"/>
            <a:ext cx="624713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050">
                <a:solidFill>
                  <a:srgbClr val="000000"/>
                </a:solidFill>
                <a:latin typeface="Roboto"/>
              </a:rPr>
              <a:t>I completed an internship at DFSL, Madiwala, which provided valuable exposure to a professional working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780" y="7071359"/>
            <a:ext cx="620268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050">
                <a:solidFill>
                  <a:srgbClr val="000000"/>
                </a:solidFill>
                <a:latin typeface="Roboto"/>
              </a:rPr>
              <a:t>environment. I gained practical understanding of workplace responsibilities and learned the importance of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780" y="7274559"/>
            <a:ext cx="355727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050">
                <a:solidFill>
                  <a:srgbClr val="000000"/>
                </a:solidFill>
                <a:latin typeface="Roboto"/>
              </a:rPr>
              <a:t>discipline, teamwork, communication, and attention to detail.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780" y="7646670"/>
            <a:ext cx="2946399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3" b="1" sz="1600">
                <a:solidFill>
                  <a:srgbClr val="000000"/>
                </a:solidFill>
                <a:latin typeface="Roboto"/>
              </a:rPr>
              <a:t>Internship Learning Outcomes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780" y="7973059"/>
            <a:ext cx="300354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1050">
                <a:solidFill>
                  <a:srgbClr val="000000"/>
                </a:solidFill>
                <a:latin typeface="Roboto"/>
              </a:rPr>
              <a:t>• Practical exposure to a professional environment.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780" y="8176259"/>
            <a:ext cx="28105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" sz="1050">
                <a:solidFill>
                  <a:srgbClr val="000000"/>
                </a:solidFill>
                <a:latin typeface="Roboto"/>
              </a:rPr>
              <a:t>• Improved communication and teamwork skills.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780" y="8379459"/>
            <a:ext cx="305562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050">
                <a:solidFill>
                  <a:srgbClr val="000000"/>
                </a:solidFill>
                <a:latin typeface="Roboto"/>
              </a:rPr>
              <a:t>• Better understanding of workplace responsibilities.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780" y="8582660"/>
            <a:ext cx="262509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1050">
                <a:solidFill>
                  <a:srgbClr val="000000"/>
                </a:solidFill>
                <a:latin typeface="Roboto"/>
              </a:rPr>
              <a:t>• Improved discipline and time management.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780" y="8785860"/>
            <a:ext cx="292227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" sz="1050">
                <a:solidFill>
                  <a:srgbClr val="000000"/>
                </a:solidFill>
                <a:latin typeface="Roboto"/>
              </a:rPr>
              <a:t>• Adaptability to professional tasks and situations.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780" y="9157970"/>
            <a:ext cx="1184909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7" b="1" sz="1600">
                <a:solidFill>
                  <a:srgbClr val="000000"/>
                </a:solidFill>
                <a:latin typeface="Roboto"/>
              </a:rPr>
              <a:t>Certification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780" y="9485630"/>
            <a:ext cx="204470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6" b="1" sz="1050">
                <a:solidFill>
                  <a:srgbClr val="000000"/>
                </a:solidFill>
                <a:latin typeface="Roboto"/>
              </a:rPr>
              <a:t>Python Programming Certificate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780" y="9890760"/>
            <a:ext cx="595122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050">
                <a:solidFill>
                  <a:srgbClr val="000000"/>
                </a:solidFill>
                <a:latin typeface="Roboto"/>
              </a:rPr>
              <a:t>Completed a Python Programming certification that helped develop a foundation in programming 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2780" y="645160"/>
            <a:ext cx="280034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050">
                <a:solidFill>
                  <a:srgbClr val="000000"/>
                </a:solidFill>
                <a:latin typeface="Roboto"/>
              </a:rPr>
              <a:t>strengthen logical and problem-solving abilities.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2780" y="1051560"/>
            <a:ext cx="6069330" cy="1346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6" b="1" sz="1050">
                <a:solidFill>
                  <a:srgbClr val="000000"/>
                </a:solidFill>
                <a:latin typeface="Roboto"/>
              </a:rPr>
              <a:t>Skills developed:</a:t>
            </a:r>
            <a:r>
              <a:rPr spc="-1" sz="1050">
                <a:solidFill>
                  <a:srgbClr val="000000"/>
                </a:solidFill>
                <a:latin typeface="Roboto"/>
              </a:rPr>
              <a:t> Python fundamentals, programming concepts, logical thinking, problem-solving, 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2780" y="1254760"/>
            <a:ext cx="145923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050">
                <a:solidFill>
                  <a:srgbClr val="000000"/>
                </a:solidFill>
                <a:latin typeface="Roboto"/>
              </a:rPr>
              <a:t>basic coding techniques.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2780" y="1626870"/>
            <a:ext cx="152400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9" b="1" sz="1600">
                <a:solidFill>
                  <a:srgbClr val="000000"/>
                </a:solidFill>
                <a:latin typeface="Roboto"/>
              </a:rPr>
              <a:t>Technical Skills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2780" y="1953260"/>
            <a:ext cx="133603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050">
                <a:solidFill>
                  <a:srgbClr val="000000"/>
                </a:solidFill>
                <a:latin typeface="Roboto"/>
              </a:rPr>
              <a:t>• Python Programming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780" y="2156460"/>
            <a:ext cx="184658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050">
                <a:solidFill>
                  <a:srgbClr val="000000"/>
                </a:solidFill>
                <a:latin typeface="Roboto"/>
              </a:rPr>
              <a:t>• Basic Programming Concepts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780" y="2359660"/>
            <a:ext cx="155067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050">
                <a:solidFill>
                  <a:srgbClr val="000000"/>
                </a:solidFill>
                <a:latin typeface="Roboto"/>
              </a:rPr>
              <a:t>• Computer Fundamentals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780" y="2562860"/>
            <a:ext cx="255778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" sz="1050">
                <a:solidFill>
                  <a:srgbClr val="000000"/>
                </a:solidFill>
                <a:latin typeface="Roboto"/>
              </a:rPr>
              <a:t>• Digital Forensics — Academic Knowledge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780" y="2766060"/>
            <a:ext cx="275844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1050">
                <a:solidFill>
                  <a:srgbClr val="000000"/>
                </a:solidFill>
                <a:latin typeface="Roboto"/>
              </a:rPr>
              <a:t>• Information Security — Academic Knowledge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780" y="2969260"/>
            <a:ext cx="105410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1050">
                <a:solidFill>
                  <a:srgbClr val="000000"/>
                </a:solidFill>
                <a:latin typeface="Roboto"/>
              </a:rPr>
              <a:t>• Problem Solving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780" y="3341370"/>
            <a:ext cx="981709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7" b="1" sz="1600">
                <a:solidFill>
                  <a:srgbClr val="000000"/>
                </a:solidFill>
                <a:latin typeface="Roboto"/>
              </a:rPr>
              <a:t>Soft 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780" y="3667760"/>
            <a:ext cx="101726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050">
                <a:solidFill>
                  <a:srgbClr val="000000"/>
                </a:solidFill>
                <a:latin typeface="Roboto"/>
              </a:rPr>
              <a:t>• Active Listening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780" y="3870960"/>
            <a:ext cx="119507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050">
                <a:solidFill>
                  <a:srgbClr val="000000"/>
                </a:solidFill>
                <a:latin typeface="Roboto"/>
              </a:rPr>
              <a:t>• Time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780" y="4074160"/>
            <a:ext cx="10096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" sz="1050">
                <a:solidFill>
                  <a:srgbClr val="000000"/>
                </a:solidFill>
                <a:latin typeface="Roboto"/>
              </a:rPr>
              <a:t>• Communication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780" y="4277360"/>
            <a:ext cx="70612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050">
                <a:solidFill>
                  <a:srgbClr val="000000"/>
                </a:solidFill>
                <a:latin typeface="Roboto"/>
              </a:rPr>
              <a:t>• Teamwork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780" y="4480560"/>
            <a:ext cx="77216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" sz="1050">
                <a:solidFill>
                  <a:srgbClr val="000000"/>
                </a:solidFill>
                <a:latin typeface="Roboto"/>
              </a:rPr>
              <a:t>• Adaptability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780" y="4683760"/>
            <a:ext cx="128397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sz="1050">
                <a:solidFill>
                  <a:srgbClr val="000000"/>
                </a:solidFill>
                <a:latin typeface="Roboto"/>
              </a:rPr>
              <a:t>• Willingness to Learn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780" y="4886960"/>
            <a:ext cx="9055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050">
                <a:solidFill>
                  <a:srgbClr val="000000"/>
                </a:solidFill>
                <a:latin typeface="Roboto"/>
              </a:rPr>
              <a:t>• Responsibility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780" y="5259070"/>
            <a:ext cx="1602739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6" b="1" sz="1600">
                <a:solidFill>
                  <a:srgbClr val="000000"/>
                </a:solidFill>
                <a:latin typeface="Roboto"/>
              </a:rPr>
              <a:t>Areas of Interest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780" y="5585460"/>
            <a:ext cx="106807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050">
                <a:solidFill>
                  <a:srgbClr val="000000"/>
                </a:solidFill>
                <a:latin typeface="Roboto"/>
              </a:rPr>
              <a:t>• Digital Forensics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780" y="5788660"/>
            <a:ext cx="89788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" sz="1050">
                <a:solidFill>
                  <a:srgbClr val="000000"/>
                </a:solidFill>
                <a:latin typeface="Roboto"/>
              </a:rPr>
              <a:t>• Cybersecurity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780" y="5991860"/>
            <a:ext cx="126873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050">
                <a:solidFill>
                  <a:srgbClr val="000000"/>
                </a:solidFill>
                <a:latin typeface="Roboto"/>
              </a:rPr>
              <a:t>• Information 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780" y="6195060"/>
            <a:ext cx="133603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050">
                <a:solidFill>
                  <a:srgbClr val="000000"/>
                </a:solidFill>
                <a:latin typeface="Roboto"/>
              </a:rPr>
              <a:t>• Python Programming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780" y="6398260"/>
            <a:ext cx="1550670" cy="1333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050">
                <a:solidFill>
                  <a:srgbClr val="000000"/>
                </a:solidFill>
                <a:latin typeface="Roboto"/>
              </a:rPr>
              <a:t>• Cybercrime Investigation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780" y="6601459"/>
            <a:ext cx="123952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050">
                <a:solidFill>
                  <a:srgbClr val="000000"/>
                </a:solidFill>
                <a:latin typeface="Roboto"/>
              </a:rPr>
              <a:t>• Digital Investigation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780" y="6804659"/>
            <a:ext cx="155067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1050">
                <a:solidFill>
                  <a:srgbClr val="000000"/>
                </a:solidFill>
                <a:latin typeface="Roboto"/>
              </a:rPr>
              <a:t>• Technology and 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780" y="7176770"/>
            <a:ext cx="255143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6" b="1" sz="1600">
                <a:solidFill>
                  <a:srgbClr val="000000"/>
                </a:solidFill>
                <a:latin typeface="Roboto"/>
              </a:rPr>
              <a:t>Professional Development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780" y="7503159"/>
            <a:ext cx="61506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1050">
                <a:solidFill>
                  <a:srgbClr val="000000"/>
                </a:solidFill>
                <a:latin typeface="Roboto"/>
              </a:rPr>
              <a:t>I believe professional growth comes through continuous learning and practical experience. My internship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780" y="7706359"/>
            <a:ext cx="588518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050">
                <a:solidFill>
                  <a:srgbClr val="000000"/>
                </a:solidFill>
                <a:latin typeface="Roboto"/>
              </a:rPr>
              <a:t>at DFSL and Python programming certification have helped me begin developing both technical and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780" y="7909559"/>
            <a:ext cx="557276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050">
                <a:solidFill>
                  <a:srgbClr val="000000"/>
                </a:solidFill>
                <a:latin typeface="Roboto"/>
              </a:rPr>
              <a:t>professional skills. I aim to strengthen my knowledge through projects, certifications, seminars,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780" y="8112759"/>
            <a:ext cx="225298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1050">
                <a:solidFill>
                  <a:srgbClr val="000000"/>
                </a:solidFill>
                <a:latin typeface="Roboto"/>
              </a:rPr>
              <a:t>workshops, and hands-on experience.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780" y="8484870"/>
            <a:ext cx="125222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7" b="1" sz="1600">
                <a:solidFill>
                  <a:srgbClr val="000000"/>
                </a:solidFill>
                <a:latin typeface="Roboto"/>
              </a:rPr>
              <a:t>Future Goals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780" y="8811260"/>
            <a:ext cx="594360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1050">
                <a:solidFill>
                  <a:srgbClr val="000000"/>
                </a:solidFill>
                <a:latin typeface="Roboto"/>
              </a:rPr>
              <a:t>My goal is to establish myself as a skilled professional in Digital Forensics and Information Security. 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780" y="9014460"/>
            <a:ext cx="619506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050">
                <a:solidFill>
                  <a:srgbClr val="000000"/>
                </a:solidFill>
                <a:latin typeface="Roboto"/>
              </a:rPr>
              <a:t>aspire to gain practical expertise, work on real-world security challenges, and contribute to the prevention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780" y="9217660"/>
            <a:ext cx="187452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" sz="1050">
                <a:solidFill>
                  <a:srgbClr val="000000"/>
                </a:solidFill>
                <a:latin typeface="Roboto"/>
              </a:rPr>
              <a:t>and investigation of cybercrime.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780" y="9589770"/>
            <a:ext cx="110617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5" b="1" sz="1600">
                <a:solidFill>
                  <a:srgbClr val="000000"/>
                </a:solidFill>
                <a:latin typeface="Roboto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2780" y="645160"/>
            <a:ext cx="55943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050">
                <a:solidFill>
                  <a:srgbClr val="000000"/>
                </a:solidFill>
                <a:latin typeface="Roboto"/>
              </a:rPr>
              <a:t>This e-portfolio represents my academic journey, internship experience, certification, skills, 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2780" y="848360"/>
            <a:ext cx="582422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050">
                <a:solidFill>
                  <a:srgbClr val="000000"/>
                </a:solidFill>
                <a:latin typeface="Roboto"/>
              </a:rPr>
              <a:t>professional aspirations. I look forward to continuously learning, improving my abilities, and gaining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2780" y="1051560"/>
            <a:ext cx="442468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050">
                <a:solidFill>
                  <a:srgbClr val="000000"/>
                </a:solidFill>
                <a:latin typeface="Roboto"/>
              </a:rPr>
              <a:t>valuable experience in the field of digital forensics and information security.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